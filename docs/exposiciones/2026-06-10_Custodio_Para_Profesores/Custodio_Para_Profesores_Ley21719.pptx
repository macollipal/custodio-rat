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C5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Custodio RAT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FD7F0"/>
                </a:solidFill>
                <a:latin typeface="Calibri"/>
              </a:rPr>
              <a:t>Gestión del Registro de Actividades de Tratamiento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3C3F9"/>
                </a:solidFill>
                <a:latin typeface="Calibri"/>
              </a:rPr>
              <a:t>Ley 21.719 — Chile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3F9"/>
                </a:solidFill>
                <a:latin typeface="Calibri"/>
              </a:rPr>
              <a:t>Exposición para profesores de Derecho — 10 de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¿Qué es Custodio?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Custodio es un software de gestión del Registro de Actividades de Tratamiento (RAT) diseñado para empresas chilenas que procesan datos personales.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Permite crear, editar y mantener actualizado el RAT de cada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328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Gestiona tickets de derechos ARCO (Acceso, Rectificación, Cancelación, Oposición)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083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Registra brechas de seguridad y notificaciónes a la APDP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838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Incluye módulos de transparencia, contratos de encargados y consentimientos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93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Genera reportes y exporta PDF para auditorías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Automatiza el cumplimiento de la Ley 21.719 (Art. 15 y mods.)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Marco Legal — Ley 21.719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Ley 21.719 (feb. 2023): reemplaza la antigua Ley 19.628 sobre protección de datos personales en Chile.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Art. 15: Toda empresa que trate datos personales debe mantener un RAT actualizado.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681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Art. 16: Datos sensibles requieren consentimiento expreso e información adicional.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230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Art. 14 bis: Brechas de seguridad deben notificarse a la APDP en 72 horas.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Art. 17: Los titulares tienen derechos ARCO que las empresas deben atender.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Custodio centraliza todas estas obligaciones en una única plataforma.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40AF"/>
                </a:solidFill>
                <a:latin typeface="Calibri"/>
              </a:rPr>
              <a:t>Nota: La Ley 21.719 incorpora estándares del RGPD europeo y se aplica a todo tratamiento de datos personales realizado en Chile.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Dashboard — Panel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El dashboard es la pantalla de inicio tras el login. Muestra un resumen ejecutivo del estado de cumplimiento de la empresa.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KPIs principales: Total de RATs, RATs aprobados, en borrador, con datos sensibles.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Gráficos de estado: RATs por estado (borrador, completo, en revisión, aprobado).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Alertas: Brechas pendientes, tickets ARCO cerca del vencimiento SLA.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Checklist de primeros pasos: Completar empresa, definir DPO, crear primer RAT,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Acceso rápido a todas las secciones del menú lateral.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Procesos RAT — Registro de Actividades de Tratamiento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El RAT es el corazón de la ley. Cada RAT representa un tratamiento específico de datos personales que realiza la empresa.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Nombre del proceso: Identificador único (ej: “Gestión de nómina”).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Categoría de titulares: Empleados, clientes, proveedores,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Categoría de datos: Datos de contacto, financieros, biométricos,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Finalidad: Para qué se usan los datos (ej: gestión de personal).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Base legal: Consentimiento, contrato, obligación legal o interés legítimo.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Plazo de retención: Tiempo que se conservan los datos.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40AF"/>
                </a:solidFill>
                <a:latin typeface="Calibri"/>
              </a:rPr>
              <a:t>Art. 15 Ley 21.719: El RAT debe contener al menos estos 9 campos. Custodio los valida automáticamente.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Creación de RAT — Wizard de 4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Identificación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Nombre, categoría de titulares, fuente de datos, destinatarios.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65176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1155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Datos Tratados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2763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Categoría de datos, datos sensibles, EIPD, decisiones automatizadas.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65176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155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Finalidad y Ley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2763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Finalidad, base legal, test de interés legítimo (si aplica).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097280"/>
            <a:ext cx="265176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097280"/>
            <a:ext cx="2651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1155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Almacenamiento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62763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Plazo de retención, medidas de seguridad, transferencias internacionales.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El wizard guía paso a paso al usuario, validando cada campo antes de avanzar. Al final, el RAT queda en estado “borrador” para revisión antes de aprobar.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5F8E"/>
                </a:solidFill>
                <a:latin typeface="Calibri"/>
              </a:rPr>
              <a:t>Estados del RAT: Borrador → Completo → En Revisión → Aprobado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Tickets ARCO — Derechos de los Titulares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Cuando un titular ejerció un derecho ARCO, la empresa debe registrar y gestionar el ticket en Custodio.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Acceso: El titular solicita conocer qué datos suyos tiene la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Rectificación: Solicita corregir datos inexactos o incompletos.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Cancelación: Solicita eliminar sus datos (derecho al olvido).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Oposición: Se opone a un tratamiento específico.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Custodio registra cada ticket con estado (nuevo / en proceso / resuelto) y SLA.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El sistema muestra un historial de cambios y la respuesta de la empresa.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40AF"/>
                </a:solidFill>
                <a:latin typeface="Calibri"/>
              </a:rPr>
              <a:t>Art. 17 Ley 21.719: La empresa debe responder al titular en un plazo razonable. Custodio calcula el SLA automáticamente.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Brechas de Seguridad — Art. 14 bis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Una brecha de seguridad ocurre cuando datos personales se ven comprometidos por acceso no autorizado, pérdida o destrucción.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Custodio permite registrar la brecha con fecha de detección, descripción y nivel de riesgo.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Niveles de riesgo: Bajo, Medio, Alto, Crítico.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Si hay datos sensibles o menores afectados, se debe notificar a los titulares.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Notificación obligatoria a la APDP dentro de 72 horas (Art. 14 bis).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Custodio lleva control de si la brecha fue notificada y a quién.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  •  Se pueden asociar RATs afectados a la brecha para trazabilidad.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2400D"/>
                </a:solidFill>
                <a:latin typeface="Calibri"/>
              </a:rPr>
              <a:t>Importante: Las 72 horas se cuentan desde la detección, no desde el descubrimiento. La notificación debe incluir nature, consecuencias y medidas adoptadas.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Módulos de Cumplimiento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9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Transparencia
(Art. 14 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Política de transparencia pública que la empresa debe publicar.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51560"/>
            <a:ext cx="265176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69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Enc. Contrato
(Art. 14 quater)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18488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Contratos con terceros que trattan datos por cuenta de la empresa.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65176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69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Consentimientos
(Art. 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18488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Registro de consentimientos válidos de los titulares.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051560"/>
            <a:ext cx="265176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05156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0698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EIPD
(Art. 15 bis)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618488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Evaluación de Impacto en Protección de Datos (obligatoria para datos sensibles).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Estos módulos complementan el RAT y aseguran que la empresa cumpla todas las obligaciones de la Ley 21.719 de forma centralizada.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C5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Custodio: Cumplimiento simplificado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331720"/>
            <a:ext cx="4846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FD7F0"/>
                </a:solidFill>
                <a:latin typeface="Calibri"/>
              </a:rPr>
              <a:t>  •  RAT completo y actualizado para auditorías.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0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FD7F0"/>
                </a:solidFill>
                <a:latin typeface="Calibri"/>
              </a:rPr>
              <a:t>  •  Gestión de tickets ARCO con SLA automático.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6557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FD7F0"/>
                </a:solidFill>
                <a:latin typeface="Calibri"/>
              </a:rPr>
              <a:t>  •  Registro de brechas con notificación a la APDP.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4106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FD7F0"/>
                </a:solidFill>
                <a:latin typeface="Calibri"/>
              </a:rPr>
              <a:t>  •  Módulos de transparencia, contratos, consentimientos y EIPD.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FD7F0"/>
                </a:solidFill>
                <a:latin typeface="Calibri"/>
              </a:rPr>
              <a:t>  •  Reportes y exportación PDF para evidencia de cumplimiento.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FD7F0"/>
                </a:solidFill>
                <a:latin typeface="Calibri"/>
              </a:rPr>
              <a:t>  •  Acceso desde cualquier navegador — sin instalación.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3C3F9"/>
                </a:solidFill>
                <a:latin typeface="Calibri"/>
              </a:rPr>
              <a:t>Para más información: www.custodio.cl  |  Versión beta en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